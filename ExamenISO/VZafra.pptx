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23A83-B8F0-98C8-C97C-FB61E63CC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7CB740-7B7A-840E-2EFC-DF1A551FD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97AFD8-1E8B-11B1-3612-667159E9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35C48F-640A-499C-18FB-537ECA55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3F2E9D-7CAD-8747-E5EE-93D23799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720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9256B-E9FB-ACF4-490B-9DBBA2050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D16246-286F-7915-B5F1-D7666C4D1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622046-3BD3-95B3-390F-80FBC931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F71982-0B49-1926-A9DC-2A3BB011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229D51-7BD8-0219-BC5F-E6D01C64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80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A3B8C-731D-0916-3994-57928247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640AB6-D238-4A6D-A98D-7AFFEFEAA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A0CBFD-0224-CDB8-26C5-9112D4ADF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2C921B-1B14-1D1B-11E5-4F54BDD6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95BBB2-D406-1CDE-6E55-2B135F9E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5454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491D5-0FAD-F474-E52E-6089577A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4F1220-5EF5-94BA-A70E-3A6866E2C3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BD1CDA-93E2-4317-824D-F98B6F84C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6F3930-8605-C146-54AB-3974381D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31996E-1D0B-E128-1F5F-F2B866EE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9A053E-64CB-3E89-547B-B9424283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0536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DF180-8111-B32D-AC75-E9E739DC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2CB71A-3B5F-C09F-9E9B-38D8DB6AD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9CD5D2-BECF-0B8D-7F7B-73FC77B8D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3CCCD42-2FE1-DABF-9DD7-447CDF315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C4BD05B-2089-B143-8E49-A4F18A9F2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2A989EF-54C5-8382-B43E-9A6F63289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0BBF7E-7C8F-DB74-09D9-03C37D4A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6337F37-B031-0153-12A4-63F90BB9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5277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40F3D-52E9-0612-8F3C-2640DA05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D371B8-D8EF-B4FB-104D-DC4ABE4E8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722B45-664D-3C0B-D278-6B43066AF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6470A6-4E01-132E-3A59-B06605EED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294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5AF2D3-34BF-0568-BA99-F91735119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07A76D-8D80-AC1E-4881-FF2A58A4E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ECF825-0940-E016-C478-E3FFA4F7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4371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0174D-975F-C693-A921-A4D2D625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D57BA3-C9AE-12ED-8347-5ED33DE02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ABAAEB-81D0-7475-B722-D5E34D7A8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F87880-E7E0-8828-7EDB-CF6E7270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7F0B7A-DC4F-AABE-E48A-4F84E179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5000B3-DC61-5BF5-F711-EB6BB31B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793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3F873-CC45-7661-3204-ABD96B4F4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22A496-EFB3-D529-77AB-E5870AC8F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FF0594-6CD1-FD01-9AFC-1FD311620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48F669-65E6-9100-B52C-A9BBBD94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7F22FD-7900-1EE7-2BC0-6E7C0EFA5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E8314A-B8CE-245F-6E46-25F20C9B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7918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EDC49-D528-93E8-B629-A1CAA6A2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693B33-9DFC-D722-CE14-EE22391A4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EAE97A-8595-0771-9036-510383894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AEE7FE-3F6A-46F5-AC2D-BE7D638D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B6C6AE-22D3-8C4B-CA21-94B2C0C90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256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B46FC0-8891-E030-7FD7-6FF1D91A2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CD907A-3A07-D8D8-381C-4EA5BBF5F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3BCB9F-6AD7-9CF1-5988-84B81164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BD6206-6C96-B19C-B7C0-F61EEFF8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A287C1-47BC-0A8F-6203-36A8B21C9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449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589DA9-A373-B558-48D8-F72C86A8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F861BE-A2D5-8697-5053-006472FE9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140508-590D-6BAB-8E2D-28168D5C0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A1B34-18D7-4D50-9320-14AA06A87B83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F9F636-7DC2-0A48-4877-D59ADEAA6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8860C6-7272-FC7F-AE55-BDF2DD72E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DF132-3754-4D16-BBFF-03346C1000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088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961D9-7DFD-8724-E339-82C87DF29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69E9F3-4EC4-3704-BCE1-9DDA2003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A796BB-39FF-0A56-30F4-38654993A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88" y="123363"/>
            <a:ext cx="9126224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7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0E99B-F09F-4BDE-1A47-6944505B1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A6EE9D3-AAD1-BBBA-E419-294F0E0EC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1557"/>
            <a:ext cx="4898975" cy="43513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D5012DF-D6AC-A75B-B18B-F5DA85B20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1557"/>
            <a:ext cx="5109320" cy="453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9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E6A89-9E46-6381-96EC-AD21F529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D5010789-A0C2-1B20-F89D-E31C8EC19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365125"/>
            <a:ext cx="4489214" cy="5812454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DDA9AC9-10D8-BFDC-0E8A-C3D3FDE4F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7150"/>
            <a:ext cx="4267796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63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7088F-99E4-02F4-A753-71BACD52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582D32E-FE4F-8674-0335-3B31D320C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504" y="365125"/>
            <a:ext cx="8087638" cy="5594584"/>
          </a:xfrm>
        </p:spPr>
      </p:pic>
    </p:spTree>
    <p:extLst>
      <p:ext uri="{BB962C8B-B14F-4D97-AF65-F5344CB8AC3E}">
        <p14:creationId xmlns:p14="http://schemas.microsoft.com/office/powerpoint/2010/main" val="4103532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FD349-68F1-2ADE-DDDF-FDEFBA92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8DE101D-725D-A721-6714-46DF6F5DD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7287474" cy="43513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C16E2A3-342C-F595-D1D7-B378D7005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757"/>
            <a:ext cx="12192000" cy="92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7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E7AD3-F5F4-BC4A-08BB-1D84E402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22E935-CCE0-FAF8-7991-9BD243695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B71C16-2F7C-18B2-C1C5-1923B024B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9"/>
            <a:ext cx="12192000" cy="262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02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A2317-E8AA-8590-B347-31C42E6D1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32B6D42-144A-AADB-5745-1963A86CC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2219179"/>
            <a:ext cx="12192001" cy="1209821"/>
          </a:xfrm>
        </p:spPr>
      </p:pic>
    </p:spTree>
    <p:extLst>
      <p:ext uri="{BB962C8B-B14F-4D97-AF65-F5344CB8AC3E}">
        <p14:creationId xmlns:p14="http://schemas.microsoft.com/office/powerpoint/2010/main" val="230106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85403-992B-4142-2905-CA6CA9EC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9FBC360-F4D6-9745-1E5A-07CD89DC3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092" y="804423"/>
            <a:ext cx="12096617" cy="4541300"/>
          </a:xfrm>
        </p:spPr>
      </p:pic>
    </p:spTree>
    <p:extLst>
      <p:ext uri="{BB962C8B-B14F-4D97-AF65-F5344CB8AC3E}">
        <p14:creationId xmlns:p14="http://schemas.microsoft.com/office/powerpoint/2010/main" val="797374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1A7AC-DB61-48E7-44ED-15D4997A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CA00BC4-7369-5D75-69A3-A98FF5DE5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791245"/>
            <a:ext cx="12192000" cy="2680814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13F6D12-A7E0-84C3-EF8E-4626151CA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7155"/>
            <a:ext cx="12192000" cy="214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8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D7473-1278-8EEE-3F2E-6A65DD441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4D12CF-BD52-0D5A-69D1-08FCE48FE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36617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625AF19-65F6-9A10-BCA4-6A81029D5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968" y="4256356"/>
            <a:ext cx="4336073" cy="2601644"/>
          </a:xfrm>
          <a:prstGeom prst="rect">
            <a:avLst/>
          </a:prstGeom>
        </p:spPr>
      </p:pic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66F5492D-4587-B454-24FA-7A8867DD7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807041" y="2364465"/>
            <a:ext cx="5384959" cy="2124371"/>
          </a:xfr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1A6B447-85F1-8717-CAEF-3257FAABB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963" y="0"/>
            <a:ext cx="4314078" cy="426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83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ASIR1-24</dc:creator>
  <cp:lastModifiedBy>ASIR1-24</cp:lastModifiedBy>
  <cp:revision>1</cp:revision>
  <dcterms:created xsi:type="dcterms:W3CDTF">2026-05-22T09:28:02Z</dcterms:created>
  <dcterms:modified xsi:type="dcterms:W3CDTF">2026-05-22T11:54:56Z</dcterms:modified>
</cp:coreProperties>
</file>